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'This summer I built a ratings agency. Not for stocks — for careers.' Pause. Every U.S. occupation gets a risk-adjusted 0-100 score, stars on a forced curve, a moat classification. 15 minutes: product, math, receipts, and the unusual way it was built.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You'd never buy an asset without a risk-adjusted view — most people pick a 40-year career without one. The data is public; nobody had assembled the analyst's version. Target user: my classmates. (1:00)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surfaces: scored cards Morningstar-style (verdict, dial, bulls/bears); judge switching = model risk made visible; the career sky (constellations emerge from the math, not an editor); ⌘K because I got tired of clicking. Demo only if wifi is trusted.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Percentile ranks: can't average a percent and dollars; and the score should mean 'vs every alternative you could pick.' Multiplicative risk discount = same logic as risk-adjusted return; gamma caps damage at 60%. Fit uses real O*NET vectors with distinctiveness weighting. Say the honest part before they ask: weights are priors, not fitted.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the weights are judgment calls, never show one opinion: 729 perturbations, five structurally different models, and the flagship list has a hard admission gate. If the clever model can't beat 1/N, that's worth knowing — this room knows DeMiguel. (1:30)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— strongest 2 minutes. Recovered the 2014-24 BLS projections from the Internet Archive, scored 2014's market with today's formula, graded against what actually happened. Then the honesty: raw BLS beat the full model on that decade, and that's the model's own prediction — exposure couldn't matter pre-LLM. Held out, never fitted.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Moat = shelter (low exposure) + walls (rare skills). Calibrated once to a Morningstar-like shape, then fixed. The uncomfortable call: software developers, no moat — shipped. Anthropic's 2026 research independently validated the exposure input. (1:00)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BMAD project. The pipeline: PRD → architecture → epics/stories → implementation with tests → multi-persona adversarial review → retro. Anecdote if time: a reviewer caught the methodology page overclaiming fit before the vectors were wired — rebuilt it properly, then published the story of the catch as the case study's strongest section. (1:30)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hide that AI typed most of it — the difference isn't whether AI typed, it's whether there's a spec before the prompt, tests after it, an adversarial pass before shipping, and a human who can defend every decision. (1:00)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to main → Amplify builds Next.js, serves via CloudFront edge, Route 53 holds the domain. Then the war story — best 40 seconds of the infra section. Tie to cert: XFF chains, trusted proxies, defense in depth. (1:30)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then the close: the model says its AI-risk term is a bet the past can't grade — so in 2034 I re-run the back-test on 2024-34 and publish how the ratings aged. Ratings agencies should eat their own cooking. Thank you.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1389888"/>
            <a:ext cx="621792" cy="6492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41448" y="192024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</a:t>
            </a:r>
            <a:pPr algn="ctr" indent="0" marL="0">
              <a:buNone/>
            </a:pPr>
            <a:r>
              <a:rPr lang="en-US" sz="600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2441448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career paths like stocks.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441448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Ashley Libasci  ·  Math + CS, UIUC ’27  ·  ashleylibasci.com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441448" y="5532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One · August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capital-allocation decision most people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 make is made on vibes.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8595360" cy="1078992"/>
          </a:xfrm>
          <a:prstGeom prst="roundRect">
            <a:avLst>
              <a:gd name="adj" fmla="val 7627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70048"/>
            <a:ext cx="237744" cy="2468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98448" y="243230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choose on anecdote and AI anxiety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298448" y="2834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40-year horizon, zero risk framework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548640" y="3547872"/>
            <a:ext cx="8595360" cy="1078992"/>
          </a:xfrm>
          <a:prstGeom prst="roundRect">
            <a:avLst>
              <a:gd name="adj" fmla="val 7627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931920"/>
            <a:ext cx="237744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98448" y="36941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to do better is public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298448" y="409651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BLS projections · O*NET skill profiles · AI-exposure research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4809744"/>
            <a:ext cx="8595360" cy="1078992"/>
          </a:xfrm>
          <a:prstGeom prst="roundRect">
            <a:avLst>
              <a:gd name="adj" fmla="val 7627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193792"/>
            <a:ext cx="237744" cy="2468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98448" y="495604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had assembled the analyst view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298448" y="535838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risk-adjusted number, reasoning shown, receipts attached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9418320" y="2286000"/>
            <a:ext cx="2221992" cy="3602736"/>
          </a:xfrm>
          <a:prstGeom prst="roundRect">
            <a:avLst>
              <a:gd name="adj" fmla="val 3704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9418320" y="2743200"/>
            <a:ext cx="2221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730</a:t>
            </a:r>
            <a:endParaRPr lang="en-US" sz="4800" dirty="0"/>
          </a:p>
        </p:txBody>
      </p:sp>
      <p:sp>
        <p:nvSpPr>
          <p:cNvPr id="19" name="Text 13"/>
          <p:cNvSpPr/>
          <p:nvPr/>
        </p:nvSpPr>
        <p:spPr>
          <a:xfrm>
            <a:off x="9418320" y="365760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occupations,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rated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9418320" y="470916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19-year-old deciding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AI uncertainty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THE PRODUCT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score, five judges, and a sky of 730 careers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120640" cy="2834640"/>
          </a:xfrm>
          <a:prstGeom prst="roundRect">
            <a:avLst>
              <a:gd name="adj" fmla="val 2903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783080"/>
            <a:ext cx="1463040" cy="256032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BEST BET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" y="21305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nurses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2523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tier · top 10% of careers · 🏰 wide moat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71 · Resilience 78 · Fit 62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" y="32004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Bulls: +40% projected growth, wide moat.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Bears: pay trails other graduate paths.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148840"/>
            <a:ext cx="1188720" cy="11887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card: verdict · dial · bulls &amp; bears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1600200"/>
            <a:ext cx="5696712" cy="1170432"/>
          </a:xfrm>
          <a:prstGeom prst="roundRect">
            <a:avLst>
              <a:gd name="adj" fmla="val 7031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17920" y="17282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judges, switchable live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217920" y="210312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Defensive judge flips software devs from #1 to last — model risk you can feel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0" y="2953512"/>
            <a:ext cx="5696712" cy="1170432"/>
          </a:xfrm>
          <a:prstGeom prst="roundRect">
            <a:avLst>
              <a:gd name="adj" fmla="val 7031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217920" y="30815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career sky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217920" y="3456432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730 as a night sky; UMAP over O*NET’s 68-dim skill space — fields form constellations on their own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943600" y="4306824"/>
            <a:ext cx="5696712" cy="1170432"/>
          </a:xfrm>
          <a:prstGeom prst="roundRect">
            <a:avLst>
              <a:gd name="adj" fmla="val 7031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17920" y="4434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⌘K anywhere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217920" y="480974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palette to any career or page — keyboard-first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22960" y="51389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plan (60s): </a:t>
            </a:r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“software developer vs registered nurse vs electrician” → switch to the Defensive judge → watch the ranking flip. Screenshots ready as backup — never trust conference wifi.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THE MODEL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lines of math — and the decision behind each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577840" cy="2377440"/>
          </a:xfrm>
          <a:prstGeom prst="roundRect">
            <a:avLst>
              <a:gd name="adj" fmla="val 3462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7830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= 0.5·growthRank + 0.5·payRank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  = 0.7·AIexposure + 0.3·volatility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RAV    = Return · (1 − 0.6·Risk)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 = 100·[0.7·RAV + 0.3·Fit]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BLS Employment Projections 2024–34 · O*NET 29.0 · Eloundou et al. 2023 · deterministic scorer — the LLM never computes a number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0" y="1600200"/>
            <a:ext cx="5239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Percentile ranks, not raw units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0" y="1911096"/>
            <a:ext cx="5239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score means “versus every alternative” — the actual decision. Min-max would let surgeons’ pay squash everyone.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0" y="2715768"/>
            <a:ext cx="5239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discounts, never subtracts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0" y="3026664"/>
            <a:ext cx="5239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Multiplicative, like risk-adjusting a return. Subtraction lets a safe dead-end beat a risky rocket. γ=0.6 caps the damage.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0" y="3831336"/>
            <a:ext cx="5239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is data, not a quiz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400800" y="4142232"/>
            <a:ext cx="5239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O*NET’s 68-dim skill space; rare-skill matches count more (z-scored distinctiveness).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0" y="4946904"/>
            <a:ext cx="5239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weights are priors — said out loud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400800" y="5257800"/>
            <a:ext cx="5239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dataset of correct career choices exists to fit on. That honesty is why the next slide exists.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MODEL RISK, MADE VISIBLE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weights are opinions, show five opinions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167128" cy="1371600"/>
          </a:xfrm>
          <a:prstGeom prst="roundRect">
            <a:avLst>
              <a:gd name="adj" fmla="val 6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783080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2103120"/>
            <a:ext cx="189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risk-adjusted return — the headline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857500" y="1645920"/>
            <a:ext cx="2167128" cy="1371600"/>
          </a:xfrm>
          <a:prstGeom prst="roundRect">
            <a:avLst>
              <a:gd name="adj" fmla="val 6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94660" y="1783080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max.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994660" y="2103120"/>
            <a:ext cx="189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only; ignores AI on purpose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166360" y="1645920"/>
            <a:ext cx="2167128" cy="1371600"/>
          </a:xfrm>
          <a:prstGeom prst="roundRect">
            <a:avLst>
              <a:gd name="adj" fmla="val 6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0" y="1783080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Defensive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303520" y="2103120"/>
            <a:ext cx="189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 first — built for the bad scenario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75220" y="1645920"/>
            <a:ext cx="2167128" cy="1371600"/>
          </a:xfrm>
          <a:prstGeom prst="roundRect">
            <a:avLst>
              <a:gd name="adj" fmla="val 6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12380" y="1783080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Sharpe-style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612380" y="2103120"/>
            <a:ext cx="189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per unit of risk, as a ratio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784080" y="1645920"/>
            <a:ext cx="2167128" cy="1371600"/>
          </a:xfrm>
          <a:prstGeom prst="roundRect">
            <a:avLst>
              <a:gd name="adj" fmla="val 6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21240" y="1783080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1/N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9921240" y="2103120"/>
            <a:ext cx="189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equal-weight control the rest must beat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337560"/>
            <a:ext cx="5486400" cy="2468880"/>
          </a:xfrm>
          <a:prstGeom prst="roundRect">
            <a:avLst>
              <a:gd name="adj" fmla="val 3333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35204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729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22960" y="43708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perturbations per comparison (±20% grid).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Rankings that don’t survive are labeled close call 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sold as verdicts.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3337560"/>
            <a:ext cx="5330952" cy="2468880"/>
          </a:xfrm>
          <a:prstGeom prst="roundRect">
            <a:avLst>
              <a:gd name="adj" fmla="val 3333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Top-20 gate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583680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moat </a:t>
            </a:r>
            <a:pPr indent="0" marL="0">
              <a:buNone/>
            </a:pPr>
            <a:r>
              <a:rPr lang="en-US" sz="13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judges within a ±10 band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583680" y="4343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hand-picks the flagship list — careers qualify or they don’t. Most of the market doesn’t.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583680" y="5257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(yes, the 1/N control is a DeMiguel nod)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THE RECEIPT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Back-tested against a real decade: 2014 → 2024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743200" cy="1600200"/>
          </a:xfrm>
          <a:prstGeom prst="roundRect">
            <a:avLst>
              <a:gd name="adj" fmla="val 514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828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= 0.39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731520" y="24871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 score vs realized change, 647 occupations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456432" y="1645920"/>
            <a:ext cx="2743200" cy="1600200"/>
          </a:xfrm>
          <a:prstGeom prst="roundRect">
            <a:avLst>
              <a:gd name="adj" fmla="val 514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47872" y="1828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39312" y="24871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actual decliners flagged (33% by chance)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64224" y="1645920"/>
            <a:ext cx="2743200" cy="1600200"/>
          </a:xfrm>
          <a:prstGeom prst="roundRect">
            <a:avLst>
              <a:gd name="adj" fmla="val 514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55664" y="1828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vs 46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547104" y="24871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2014 score: decliners vs growers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272016" y="1645920"/>
            <a:ext cx="2743200" cy="1600200"/>
          </a:xfrm>
          <a:prstGeom prst="roundRect">
            <a:avLst>
              <a:gd name="adj" fmla="val 514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63456" y="18288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 ≈ 0.10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9454896" y="24871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exposure vs that decade — expected ≈ 0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11091672" cy="2286000"/>
          </a:xfrm>
          <a:prstGeom prst="roundRect">
            <a:avLst>
              <a:gd name="adj" fmla="val 3600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7307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part — lead with it: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" y="4114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BLS projections alone scored ρ = 0.411 — slightly better than my full model. </a:t>
            </a:r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what the model claims: 2014–24 was a pre-LLM decade, so the AI-risk term is a forward-looking bet a backward test structurally cannot score. The back-test validates what history can test — and says so about what it can’t.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never feeds back into the weights: </a:t>
            </a:r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to the test and the test stops being evidence. Calibrating on a pre-LLM decade would set the AI-risk weight to zero — teaching the model to delete the one thing it exists to say.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MOATS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Borrowed from Morningstar: how defensible is a career?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48640" y="1645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7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defensibility = 0.6·(1 − AIexposure) + 0.4·distinctiveness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777240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🏰 wide 21%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246888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 narrow 49%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7548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30%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686800" y="1645920"/>
            <a:ext cx="2953512" cy="2651760"/>
          </a:xfrm>
          <a:prstGeom prst="roundRect">
            <a:avLst>
              <a:gd name="adj" fmla="val 310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48" y="1828800"/>
            <a:ext cx="1234440" cy="12344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23960" y="31546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moat — shipped anyway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8823960" y="3840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(defensive-judge view)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48640" y="3246120"/>
            <a:ext cx="7772400" cy="1234440"/>
          </a:xfrm>
          <a:prstGeom prst="roundRect">
            <a:avLst>
              <a:gd name="adj" fmla="val 6667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22960" y="3401568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makes calls I didn’t enjoy. </a:t>
            </a:r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my own target career extreme LLM exposure and no moat — while its risk-adjusted score stays high. I shipped the uncomfortable answer instead of tuning it away.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4709160"/>
            <a:ext cx="11091672" cy="1188720"/>
          </a:xfrm>
          <a:prstGeom prst="roundRect">
            <a:avLst>
              <a:gd name="adj" fmla="val 6923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22960" y="4892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validation, 2026: </a:t>
            </a:r>
            <a:pPr indent="0" marL="0">
              <a:buNone/>
            </a:pPr>
            <a:r>
              <a:rPr lang="en-US" sz="12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Anthropic’s labor-market research built its observed-exposure measure on the same Eloundou task ratings I use — and found 97% of real Claude usage falls inside tasks that dataset rated feasible.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HOW IT WAS BUILT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BMAD: my code reviews are a room full of arguing characters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267712" y="1691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4602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4602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165092" y="1691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Epics &amp; stories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62472" y="1691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4078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4078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+ test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959852" y="1691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3816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review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857232" y="1691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0035540" y="1691640"/>
            <a:ext cx="1755648" cy="685800"/>
          </a:xfrm>
          <a:prstGeom prst="roundRect">
            <a:avLst>
              <a:gd name="adj" fmla="val 12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35540" y="169164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48640" y="269748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285292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time using BMAD — a structured pipeline for AI-driven development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22960" y="352044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PM agent interrogates requirements into a PRD; an architect locks invariants; a dev agent implements each story against spec, with tests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review: more fun than any workflow I’ve used — and the fun is load-bearing. Adversarial review you enjoy is adversarial review you actually run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309360" y="2697480"/>
            <a:ext cx="5330952" cy="3108960"/>
          </a:xfrm>
          <a:prstGeom prst="roundRect">
            <a:avLst>
              <a:gd name="adj" fmla="val 2647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83680" y="2852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cast (real examples)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583680" y="3291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hiring-manager persona — twice forced my back-test above the fold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fact-checker who traces every published number to a file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chief who deletes machine-sounding prose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QA lead, a design critic, a grumpy adversary…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argue with each other. I judge.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THE DISCIPLINE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vs. this project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5394960" cy="4069080"/>
          </a:xfrm>
          <a:prstGeom prst="roundRect">
            <a:avLst>
              <a:gd name="adj" fmla="val 2022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645920"/>
            <a:ext cx="5376672" cy="4069080"/>
          </a:xfrm>
          <a:prstGeom prst="roundRect">
            <a:avLst>
              <a:gd name="adj" fmla="val 2022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3796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Prompt, paste, pray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3796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first: PRD → architecture → stories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whatever runs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37960" y="280720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deterministic tests · CI on every push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3741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agreeable AI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37960" y="337413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panel of adversarial reviewers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394106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does the math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537960" y="394106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never computes a number — pure scorer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45079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37960" y="45079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Back-test · robustness grid · published CSV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5074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owns it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537960" y="5074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defend every line and every weight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wrote a lot of this code — that’s the point. Same tool, opposite discipline.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UNDER THE HOOD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AWS: git push is the whole pipeline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2514600" cy="914400"/>
          </a:xfrm>
          <a:prstGeom prst="roundRect">
            <a:avLst>
              <a:gd name="adj" fmla="val 9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691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044952" y="1691640"/>
            <a:ext cx="329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6704" y="1691640"/>
            <a:ext cx="2514600" cy="914400"/>
          </a:xfrm>
          <a:prstGeom prst="roundRect">
            <a:avLst>
              <a:gd name="adj" fmla="val 9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46704" y="1691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 Hosting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+ SSR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43016" y="1691640"/>
            <a:ext cx="329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44768" y="1691640"/>
            <a:ext cx="2514600" cy="914400"/>
          </a:xfrm>
          <a:prstGeom prst="roundRect">
            <a:avLst>
              <a:gd name="adj" fmla="val 9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44768" y="1691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network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641080" y="1691640"/>
            <a:ext cx="329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42832" y="1691640"/>
            <a:ext cx="2514600" cy="914400"/>
          </a:xfrm>
          <a:prstGeom prst="roundRect">
            <a:avLst>
              <a:gd name="adj" fmla="val 9000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42832" y="1691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53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ashleylibasci.com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48640" y="27889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Studying for AWS Cloud Practitioner — this project made the exam concepts concrete: managed services, shared responsibility, edge caching, DNS.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3383280"/>
            <a:ext cx="11091672" cy="2468880"/>
          </a:xfrm>
          <a:prstGeom prst="roundRect">
            <a:avLst>
              <a:gd name="adj" fmla="val 3333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5478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 story: the rate limiter that never fired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2960" y="3977640"/>
            <a:ext cx="10515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Keyed clients on the last X-Forwarded-For hop — the standard advice, since everything left of it is forgeable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Production: 30 rapid requests, zero 429s. Amplify’s router appends CloudFront’s own edge IP after the viewer IP — every request looked like a new client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key on the second-to-last hop, global cap as backstop, regression test pinning the exact header shapes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don’t learn that from a practice exam — you learn it from a proxy chain in production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5488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CLOSE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084832"/>
            <a:ext cx="237744" cy="2468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18470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beats vibes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280160" y="22311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career choices and in AI-assisted engineering — same discipline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880360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227832"/>
            <a:ext cx="237744" cy="2468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29900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is a feature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1280160" y="33741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pages where the model admits weakness are the most trusted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4023360"/>
            <a:ext cx="6766560" cy="960120"/>
          </a:xfrm>
          <a:prstGeom prst="roundRect">
            <a:avLst>
              <a:gd name="adj" fmla="val 8571"/>
            </a:avLst>
          </a:prstGeom>
          <a:solidFill>
            <a:srgbClr val="101A38"/>
          </a:solidFill>
          <a:ln w="9525">
            <a:solidFill>
              <a:srgbClr val="24325C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370832"/>
            <a:ext cx="237744" cy="2468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41330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got fun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280160" y="45171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fun discipline is discipline that actually happens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635240" y="1737360"/>
            <a:ext cx="4005072" cy="3246120"/>
          </a:xfrm>
          <a:prstGeom prst="roundRect">
            <a:avLst>
              <a:gd name="adj" fmla="val 2535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90956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2034 BET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7909560" y="23317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EE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2034</a:t>
            </a:r>
            <a:endParaRPr lang="en-US" sz="5400" dirty="0"/>
          </a:p>
        </p:txBody>
      </p:sp>
      <p:sp>
        <p:nvSpPr>
          <p:cNvPr id="20" name="Text 14"/>
          <p:cNvSpPr/>
          <p:nvPr/>
        </p:nvSpPr>
        <p:spPr>
          <a:xfrm>
            <a:off x="7909560" y="3291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re-run the back-test on the 2024–34 decade and publish how my ratings aged — hits, misses, and all.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909560" y="4297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 agencies should eat their own cooking.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   ·   ashleylibasci.com   ·   github.com/ashleylibasci/careerstar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Q&amp;A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weights, the curve, the robustness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“Why these exact weights?”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22960" y="22128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Priors, stated as priors. No dataset of correct career choices exists to fit on — so: 729-point sensitivity grid, five rival models, consensus gates. “I can’t prove 0.7 is right, so I show what happens when it’s wrong.”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3127248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2369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“Star ratings?”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2960" y="3602736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relative curve — the authentic Morningstar move: top 10% → 5★, next 22.5% → 4★, middle 35% → 3★ — recomputed live under the user’s own weights.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517136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6268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AI exposure just another word for decline?”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22960" y="499262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across all 730, exposure and projected growth are nearly uncorrelated (ρ ≈ 0), and growth is flat across exposure quartiles. Exposure carries information growth doesn’t.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Q&amp;A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Back-test details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did 2014 wages come from?”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22960" y="22128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wages aren’t in the archived table — pay percentiles proxy from today’s ranking (occupational pay order is highly persistent). A growth-only variant (ρ = 0.389) shows the proxy’s effect is small. All disclosed on the methodology page.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3127248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2369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“Biggest misses?”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2960" y="3602736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Loved oil-and-gas roles in 2014 (oil crashed — no occupation-level model catches a commodity shock); under-rated couriers (+166% on e-commerce). Named on the site, with the full JSON downloadable.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517136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6268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“Survivorship?”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22960" y="499262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SOC-2010 joined to SOC-2018 on matching codes; reorganized occupations drop out and the join counts are published (647 joined, drops itemized).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02336"/>
            <a:ext cx="155448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6384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Q&amp;A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E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Stack, data, and the Anthropic connection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“Stack?”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22960" y="22128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React 19 · TypeScript · Tailwind 4 · AWS Amplify. ~35 unit tests on the scoring library; pipeline scripts rebuild every dataset from raw sources; open CSV + code on GitHub.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3127248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2369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did the AI get wrong?”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2960" y="3602736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Plenty — that’s why the review pipeline exists. Best case: the fit overclaim, caught in adversarial review, rebuilt with real O*NET vectors, then published as the case study’s centerpiece.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517136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0C1530"/>
          </a:solidFill>
          <a:ln w="9525">
            <a:solidFill>
              <a:srgbClr val="2432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62686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7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Anthropic connection?”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22960" y="499262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upstream dataset (Eloundou et al. 2023). Their 2026 research layered observed Claude usage on it: 97% of real usage fell within feasible-rated tasks — and their ~14% drop in job-finding for 22–25-year-olds in exposed occupations is exactly my audience’s stakes.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CareerStar · ashleylibasci.com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CareerStar — Rate career paths like stocks</dc:title>
  <dc:subject>PptxGenJS Presentation</dc:subject>
  <dc:creator>Ashley Libasci</dc:creator>
  <cp:lastModifiedBy>Ashley Libasci</cp:lastModifiedBy>
  <cp:revision>1</cp:revision>
  <dcterms:created xsi:type="dcterms:W3CDTF">2026-08-03T21:29:27Z</dcterms:created>
  <dcterms:modified xsi:type="dcterms:W3CDTF">2026-08-03T21:29:27Z</dcterms:modified>
</cp:coreProperties>
</file>